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Socio-Cultural Environment and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Social Norms and Values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Social Norms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Respect for diversity</a:t>
            </a:r>
          </a:p>
          <a:p>
            <a:pPr>
              <a:defRPr sz="2000"/>
            </a:pPr>
            <a:r>
              <a:t>Emphasis on community support</a:t>
            </a:r>
          </a:p>
          <a:p>
            <a:pPr>
              <a:defRPr sz="2000"/>
            </a:pPr>
            <a:r>
              <a:t>Value of honesty in business</a:t>
            </a:r>
          </a:p>
          <a:p>
            <a:pPr>
              <a:defRPr sz="2000"/>
            </a:pPr>
            <a:r>
              <a:t>Importance of work-life balance</a:t>
            </a:r>
          </a:p>
          <a:p>
            <a:pPr>
              <a:defRPr sz="2000"/>
            </a:pPr>
            <a:r>
              <a:t>Encouragement of innovation</a:t>
            </a:r>
          </a:p>
        </p:txBody>
      </p:sp>
      <p:pic>
        <p:nvPicPr>
          <p:cNvPr id="4" name="Picture 3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Culture on Business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Observations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Adaptation to local customs</a:t>
            </a:r>
          </a:p>
          <a:p>
            <a:pPr>
              <a:defRPr sz="2000"/>
            </a:pPr>
            <a:r>
              <a:t>Communication styles vary by culture</a:t>
            </a:r>
          </a:p>
          <a:p>
            <a:pPr>
              <a:defRPr sz="2000"/>
            </a:pPr>
            <a:r>
              <a:t>Negotiation tactics influenced by culture</a:t>
            </a:r>
          </a:p>
          <a:p>
            <a:pPr>
              <a:defRPr sz="2000"/>
            </a:pPr>
            <a:r>
              <a:t>Consumer behavior shaped by social values</a:t>
            </a:r>
          </a:p>
          <a:p>
            <a:pPr>
              <a:defRPr sz="2000"/>
            </a:pPr>
            <a:r>
              <a:t>Corporate social responsibility expectations</a:t>
            </a:r>
          </a:p>
        </p:txBody>
      </p:sp>
      <p:pic>
        <p:nvPicPr>
          <p:cNvPr id="4" name="Picture 3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Experiences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Embrace cultural differences</a:t>
            </a:r>
          </a:p>
          <a:p>
            <a:pPr>
              <a:defRPr sz="2000"/>
            </a:pPr>
            <a:r>
              <a:t>Build relationships through understanding</a:t>
            </a:r>
          </a:p>
          <a:p>
            <a:pPr>
              <a:defRPr sz="2000"/>
            </a:pPr>
            <a:r>
              <a:t>Adapt business strategies to local norms</a:t>
            </a:r>
          </a:p>
          <a:p>
            <a:pPr>
              <a:defRPr sz="2000"/>
            </a:pPr>
            <a:r>
              <a:t>Foster inclusive work environments</a:t>
            </a:r>
          </a:p>
          <a:p>
            <a:pPr>
              <a:defRPr sz="2000"/>
            </a:pPr>
            <a:r>
              <a:t>Leverage cultural insights for competitive advantage</a:t>
            </a:r>
          </a:p>
        </p:txBody>
      </p:sp>
      <p:pic>
        <p:nvPicPr>
          <p:cNvPr id="4" name="Picture 3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