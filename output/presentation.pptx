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Socio-Cultural Environment and Business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Understanding Social Norms and Values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Definition of Social Norms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Shared guidelines for behavior</a:t>
            </a:r>
          </a:p>
          <a:p>
            <a:pPr>
              <a:defRPr sz="2000"/>
            </a:pPr>
            <a:r>
              <a:t>Influence individual actions</a:t>
            </a:r>
          </a:p>
          <a:p>
            <a:pPr>
              <a:defRPr sz="2000"/>
            </a:pPr>
            <a:r>
              <a:t>Shape group dynamics</a:t>
            </a:r>
          </a:p>
          <a:p>
            <a:pPr>
              <a:defRPr sz="2000"/>
            </a:pPr>
            <a:r>
              <a:t>Varies across cultures</a:t>
            </a:r>
          </a:p>
          <a:p>
            <a:pPr>
              <a:defRPr sz="2000"/>
            </a:pPr>
            <a:r>
              <a:t>Impact business operations</a:t>
            </a:r>
          </a:p>
        </p:txBody>
      </p:sp>
      <p:pic>
        <p:nvPicPr>
          <p:cNvPr id="4" name="Picture 3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463040"/>
            <a:ext cx="283464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Personal Observations of Social Norms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Respect for hierarchy in workplaces</a:t>
            </a:r>
          </a:p>
          <a:p>
            <a:pPr>
              <a:defRPr sz="2000"/>
            </a:pPr>
            <a:r>
              <a:t>Importance of punctuality</a:t>
            </a:r>
          </a:p>
          <a:p>
            <a:pPr>
              <a:defRPr sz="2000"/>
            </a:pPr>
            <a:r>
              <a:t>Value of teamwork and collaboration</a:t>
            </a:r>
          </a:p>
          <a:p>
            <a:pPr>
              <a:defRPr sz="2000"/>
            </a:pPr>
            <a:r>
              <a:t>Diverse communication styles</a:t>
            </a:r>
          </a:p>
          <a:p>
            <a:pPr>
              <a:defRPr sz="2000"/>
            </a:pPr>
            <a:r>
              <a:t>Adaptation to local customs</a:t>
            </a:r>
          </a:p>
        </p:txBody>
      </p:sp>
      <p:pic>
        <p:nvPicPr>
          <p:cNvPr id="4" name="Picture 3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463040"/>
            <a:ext cx="283464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 of Values on Business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Values Affecting 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Integrity and honesty</a:t>
            </a:r>
          </a:p>
          <a:p>
            <a:pPr>
              <a:defRPr sz="2000"/>
            </a:pPr>
            <a:r>
              <a:t>Customer-centric approach</a:t>
            </a:r>
          </a:p>
          <a:p>
            <a:pPr>
              <a:defRPr sz="2000"/>
            </a:pPr>
            <a:r>
              <a:t>Sustainability and social responsibility</a:t>
            </a:r>
          </a:p>
          <a:p>
            <a:pPr>
              <a:defRPr sz="2000"/>
            </a:pPr>
            <a:r>
              <a:t>Innovation and adaptability</a:t>
            </a:r>
          </a:p>
          <a:p>
            <a:pPr>
              <a:defRPr sz="2000"/>
            </a:pPr>
            <a:r>
              <a:t>Respect for diversity</a:t>
            </a:r>
          </a:p>
        </p:txBody>
      </p:sp>
      <p:pic>
        <p:nvPicPr>
          <p:cNvPr id="4" name="Picture 3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463040"/>
            <a:ext cx="283464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Case Studies of Socio-Cultural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Successful global brands adapting to local cultures</a:t>
            </a:r>
          </a:p>
          <a:p>
            <a:pPr>
              <a:defRPr sz="2000"/>
            </a:pPr>
            <a:r>
              <a:t>Failures due to cultural misunderstandings</a:t>
            </a:r>
          </a:p>
          <a:p>
            <a:pPr>
              <a:defRPr sz="2000"/>
            </a:pPr>
            <a:r>
              <a:t>Role of cultural sensitivity in marketing</a:t>
            </a:r>
          </a:p>
          <a:p>
            <a:pPr>
              <a:defRPr sz="2000"/>
            </a:pPr>
            <a:r>
              <a:t>Examples from multinational corporations</a:t>
            </a:r>
          </a:p>
          <a:p>
            <a:pPr>
              <a:defRPr sz="2000"/>
            </a:pPr>
            <a:r>
              <a:t>Lessons learned for future strategies</a:t>
            </a:r>
          </a:p>
        </p:txBody>
      </p:sp>
      <p:pic>
        <p:nvPicPr>
          <p:cNvPr id="4" name="Picture 3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463040"/>
            <a:ext cx="283464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Thoughts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Embrace cultural diversity</a:t>
            </a:r>
          </a:p>
          <a:p>
            <a:pPr>
              <a:defRPr sz="2000"/>
            </a:pPr>
            <a:r>
              <a:t>Adapt business strategies accordingly</a:t>
            </a:r>
          </a:p>
          <a:p>
            <a:pPr>
              <a:defRPr sz="2000"/>
            </a:pPr>
            <a:r>
              <a:t>Foster inclusive environments</a:t>
            </a:r>
          </a:p>
          <a:p>
            <a:pPr>
              <a:defRPr sz="2000"/>
            </a:pPr>
            <a:r>
              <a:t>Continuous learning about cultures</a:t>
            </a:r>
          </a:p>
          <a:p>
            <a:pPr>
              <a:defRPr sz="2000"/>
            </a:pPr>
            <a:r>
              <a:t>Build strong community relations</a:t>
            </a:r>
          </a:p>
        </p:txBody>
      </p:sp>
      <p:pic>
        <p:nvPicPr>
          <p:cNvPr id="4" name="Picture 3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463040"/>
            <a:ext cx="2834640" cy="2834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